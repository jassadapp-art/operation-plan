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  <p:sldMasterId id="2147483654" r:id="rId3"/>
    <p:sldMasterId id="2147483658" r:id="rId4"/>
    <p:sldMasterId id="2147483670" r:id="rId5"/>
  </p:sldMasterIdLst>
  <p:notesMasterIdLst>
    <p:notesMasterId r:id="rId9"/>
  </p:notesMasterIdLst>
  <p:handoutMasterIdLst>
    <p:handoutMasterId r:id="rId10"/>
  </p:handoutMasterIdLst>
  <p:sldIdLst>
    <p:sldId id="258" r:id="rId6"/>
    <p:sldId id="759" r:id="rId7"/>
    <p:sldId id="270" r:id="rId8"/>
  </p:sldIdLst>
  <p:sldSz cx="9144000" cy="5143500" type="screen16x9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C026C"/>
    <a:srgbClr val="FAFD81"/>
    <a:srgbClr val="0000FF"/>
    <a:srgbClr val="31859C"/>
    <a:srgbClr val="99FF99"/>
    <a:srgbClr val="00B050"/>
    <a:srgbClr val="4D4D4D"/>
    <a:srgbClr val="DFF9EE"/>
    <a:srgbClr val="E1F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B3CDC2-2F08-479D-AF64-42488154C65D}" v="6" dt="2026-03-24T07:23:45.7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62" autoAdjust="0"/>
    <p:restoredTop sz="91637" autoAdjust="0"/>
  </p:normalViewPr>
  <p:slideViewPr>
    <p:cSldViewPr>
      <p:cViewPr varScale="1">
        <p:scale>
          <a:sx n="120" d="100"/>
          <a:sy n="120" d="100"/>
        </p:scale>
        <p:origin x="894" y="1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wanat.Loet" userId="484f0e45-6ace-4411-a9fb-13406a5b6e7f" providerId="ADAL" clId="{25129283-887A-4D55-A701-39976CD88E09}"/>
    <pc:docChg chg="addSld modSld">
      <pc:chgData name="Siwanat.Loet" userId="484f0e45-6ace-4411-a9fb-13406a5b6e7f" providerId="ADAL" clId="{25129283-887A-4D55-A701-39976CD88E09}" dt="2026-03-24T07:23:55.366" v="25" actId="1076"/>
      <pc:docMkLst>
        <pc:docMk/>
      </pc:docMkLst>
      <pc:sldChg chg="addSp modSp mod">
        <pc:chgData name="Siwanat.Loet" userId="484f0e45-6ace-4411-a9fb-13406a5b6e7f" providerId="ADAL" clId="{25129283-887A-4D55-A701-39976CD88E09}" dt="2026-03-24T07:16:55.712" v="23" actId="20577"/>
        <pc:sldMkLst>
          <pc:docMk/>
          <pc:sldMk cId="1241010090" sldId="759"/>
        </pc:sldMkLst>
        <pc:spChg chg="add mod">
          <ac:chgData name="Siwanat.Loet" userId="484f0e45-6ace-4411-a9fb-13406a5b6e7f" providerId="ADAL" clId="{25129283-887A-4D55-A701-39976CD88E09}" dt="2026-03-24T07:12:08.839" v="5" actId="14100"/>
          <ac:spMkLst>
            <pc:docMk/>
            <pc:sldMk cId="1241010090" sldId="759"/>
            <ac:spMk id="6" creationId="{57CCF67F-D663-BAF2-9939-679AAF12796D}"/>
          </ac:spMkLst>
        </pc:spChg>
        <pc:spChg chg="add mod">
          <ac:chgData name="Siwanat.Loet" userId="484f0e45-6ace-4411-a9fb-13406a5b6e7f" providerId="ADAL" clId="{25129283-887A-4D55-A701-39976CD88E09}" dt="2026-03-24T07:12:18.917" v="10" actId="20577"/>
          <ac:spMkLst>
            <pc:docMk/>
            <pc:sldMk cId="1241010090" sldId="759"/>
            <ac:spMk id="10" creationId="{ADF68EF5-6757-A92F-497F-AF092F231C2E}"/>
          </ac:spMkLst>
        </pc:spChg>
        <pc:spChg chg="add mod">
          <ac:chgData name="Siwanat.Loet" userId="484f0e45-6ace-4411-a9fb-13406a5b6e7f" providerId="ADAL" clId="{25129283-887A-4D55-A701-39976CD88E09}" dt="2026-03-24T07:16:29.585" v="16" actId="207"/>
          <ac:spMkLst>
            <pc:docMk/>
            <pc:sldMk cId="1241010090" sldId="759"/>
            <ac:spMk id="14" creationId="{1305C2B2-B9F2-4627-CCC1-92862A923640}"/>
          </ac:spMkLst>
        </pc:spChg>
        <pc:spChg chg="add mod">
          <ac:chgData name="Siwanat.Loet" userId="484f0e45-6ace-4411-a9fb-13406a5b6e7f" providerId="ADAL" clId="{25129283-887A-4D55-A701-39976CD88E09}" dt="2026-03-24T07:16:29.585" v="16" actId="207"/>
          <ac:spMkLst>
            <pc:docMk/>
            <pc:sldMk cId="1241010090" sldId="759"/>
            <ac:spMk id="20" creationId="{E0D652D1-54B5-395C-56B5-61F76BE33CE5}"/>
          </ac:spMkLst>
        </pc:spChg>
        <pc:spChg chg="add mod">
          <ac:chgData name="Siwanat.Loet" userId="484f0e45-6ace-4411-a9fb-13406a5b6e7f" providerId="ADAL" clId="{25129283-887A-4D55-A701-39976CD88E09}" dt="2026-03-24T07:16:48.394" v="19" actId="1076"/>
          <ac:spMkLst>
            <pc:docMk/>
            <pc:sldMk cId="1241010090" sldId="759"/>
            <ac:spMk id="22" creationId="{69FD5FA2-39AF-DF53-82F5-74833ED263F5}"/>
          </ac:spMkLst>
        </pc:spChg>
        <pc:spChg chg="add mod">
          <ac:chgData name="Siwanat.Loet" userId="484f0e45-6ace-4411-a9fb-13406a5b6e7f" providerId="ADAL" clId="{25129283-887A-4D55-A701-39976CD88E09}" dt="2026-03-24T07:16:55.712" v="23" actId="20577"/>
          <ac:spMkLst>
            <pc:docMk/>
            <pc:sldMk cId="1241010090" sldId="759"/>
            <ac:spMk id="25" creationId="{5002EB13-217C-C4C2-C238-B782FEC2482C}"/>
          </ac:spMkLst>
        </pc:spChg>
        <pc:graphicFrameChg chg="mod">
          <ac:chgData name="Siwanat.Loet" userId="484f0e45-6ace-4411-a9fb-13406a5b6e7f" providerId="ADAL" clId="{25129283-887A-4D55-A701-39976CD88E09}" dt="2026-03-06T00:12:37.563" v="0"/>
          <ac:graphicFrameMkLst>
            <pc:docMk/>
            <pc:sldMk cId="1241010090" sldId="759"/>
            <ac:graphicFrameMk id="5" creationId="{8D7F6BFD-CC14-2087-2546-B8D31E6E9228}"/>
          </ac:graphicFrameMkLst>
        </pc:graphicFrameChg>
      </pc:sldChg>
      <pc:sldChg chg="modSp add mod">
        <pc:chgData name="Siwanat.Loet" userId="484f0e45-6ace-4411-a9fb-13406a5b6e7f" providerId="ADAL" clId="{25129283-887A-4D55-A701-39976CD88E09}" dt="2026-03-24T07:23:55.366" v="25" actId="1076"/>
        <pc:sldMkLst>
          <pc:docMk/>
          <pc:sldMk cId="4241301960" sldId="760"/>
        </pc:sldMkLst>
        <pc:graphicFrameChg chg="mod">
          <ac:chgData name="Siwanat.Loet" userId="484f0e45-6ace-4411-a9fb-13406a5b6e7f" providerId="ADAL" clId="{25129283-887A-4D55-A701-39976CD88E09}" dt="2026-03-24T07:23:55.366" v="25" actId="1076"/>
          <ac:graphicFrameMkLst>
            <pc:docMk/>
            <pc:sldMk cId="4241301960" sldId="760"/>
            <ac:graphicFrameMk id="5" creationId="{66B6E275-5C3C-E46A-4D62-6C5E838793A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5DCA0-F3BD-49DB-AAC7-CAC73D87CB0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B5A3F-9D99-4487-A775-50CBDDB036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1298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060DD-6AD0-42B9-9665-6970C32405D8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2DD8F-707E-4A0A-A9E7-B7A790EDA7A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6537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 bwMode="white">
          <a:xfrm>
            <a:off x="439044" y="1607337"/>
            <a:ext cx="8276360" cy="1178727"/>
          </a:xfrm>
          <a:prstGeom prst="rect">
            <a:avLst/>
          </a:prstGeom>
        </p:spPr>
        <p:txBody>
          <a:bodyPr anchor="t"/>
          <a:lstStyle>
            <a:lvl1pPr algn="l">
              <a:defRPr sz="4100" b="1">
                <a:solidFill>
                  <a:schemeClr val="bg1"/>
                </a:solidFill>
                <a:latin typeface="Segoe UI" pitchFamily="34" charset="0"/>
                <a:ea typeface="微軟正黑體" panose="020B0604030504040204" pitchFamily="34" charset="-120"/>
                <a:cs typeface="Segoe UI" pitchFamily="34" charset="0"/>
              </a:defRPr>
            </a:lvl1pPr>
          </a:lstStyle>
          <a:p>
            <a:r>
              <a:rPr lang="en-US" altLang="zh-TW" dirty="0"/>
              <a:t>REPORT TITLE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white">
          <a:xfrm>
            <a:off x="7072330" y="4869674"/>
            <a:ext cx="2133600" cy="273844"/>
          </a:xfrm>
        </p:spPr>
        <p:txBody>
          <a:bodyPr/>
          <a:lstStyle/>
          <a:p>
            <a:fld id="{E3CDE9DF-C1DA-43C4-BBCB-BD4F51AF3A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76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 bwMode="white">
          <a:xfrm>
            <a:off x="457200" y="1142990"/>
            <a:ext cx="8229600" cy="2724904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bg1"/>
                </a:solidFill>
                <a:latin typeface="Segoe UI" pitchFamily="34" charset="0"/>
                <a:ea typeface="微軟正黑體" pitchFamily="34" charset="-120"/>
                <a:cs typeface="Segoe UI" pitchFamily="34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 bwMode="white">
          <a:xfrm>
            <a:off x="7072330" y="4868863"/>
            <a:ext cx="2133600" cy="274637"/>
          </a:xfrm>
        </p:spPr>
        <p:txBody>
          <a:bodyPr/>
          <a:lstStyle/>
          <a:p>
            <a:fld id="{B6BA6F38-A1A9-4E2A-89FF-8AF87CC5DE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 bwMode="white">
          <a:xfrm>
            <a:off x="71406" y="0"/>
            <a:ext cx="7000924" cy="500066"/>
          </a:xfrm>
          <a:prstGeom prst="rect">
            <a:avLst/>
          </a:prstGeom>
        </p:spPr>
        <p:txBody>
          <a:bodyPr anchor="t"/>
          <a:lstStyle>
            <a:lvl1pPr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Content title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627534"/>
            <a:ext cx="8291264" cy="42124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800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F107-0A71-4055-A2EA-5E79D4C4A3E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582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 bwMode="white">
          <a:xfrm>
            <a:off x="71406" y="0"/>
            <a:ext cx="7000924" cy="500048"/>
          </a:xfrm>
          <a:prstGeom prst="rect">
            <a:avLst/>
          </a:prstGeom>
        </p:spPr>
        <p:txBody>
          <a:bodyPr anchor="t"/>
          <a:lstStyle>
            <a:lvl1pPr>
              <a:defRPr sz="2400" b="1" baseline="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altLang="zh-TW" dirty="0"/>
              <a:t>Content title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AF107-0A71-4055-A2EA-5E79D4C4A3E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047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 bwMode="white">
          <a:xfrm>
            <a:off x="71406" y="0"/>
            <a:ext cx="7000924" cy="500066"/>
          </a:xfrm>
          <a:prstGeom prst="rect">
            <a:avLst/>
          </a:prstGeom>
        </p:spPr>
        <p:txBody>
          <a:bodyPr anchor="t"/>
          <a:lstStyle>
            <a:lvl1pPr>
              <a:defRPr sz="2400" b="1" baseline="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altLang="zh-TW" dirty="0"/>
              <a:t>Content title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627534"/>
            <a:ext cx="8291264" cy="42124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4D4D4D"/>
                </a:solidFill>
                <a:latin typeface="Arial" pitchFamily="34" charset="0"/>
                <a:ea typeface="微軟正黑體" panose="020B0604030504040204" pitchFamily="34" charset="-120"/>
                <a:cs typeface="Arial" pitchFamily="34" charset="0"/>
              </a:defRPr>
            </a:lvl1pPr>
            <a:lvl2pPr>
              <a:defRPr sz="2000">
                <a:solidFill>
                  <a:srgbClr val="4D4D4D"/>
                </a:solidFill>
                <a:latin typeface="Arial" pitchFamily="34" charset="0"/>
                <a:ea typeface="微軟正黑體" panose="020B0604030504040204" pitchFamily="34" charset="-120"/>
                <a:cs typeface="Arial" pitchFamily="34" charset="0"/>
              </a:defRPr>
            </a:lvl2pPr>
            <a:lvl3pPr>
              <a:defRPr sz="1800">
                <a:solidFill>
                  <a:srgbClr val="4D4D4D"/>
                </a:solidFill>
                <a:latin typeface="Arial" pitchFamily="34" charset="0"/>
                <a:ea typeface="微軟正黑體" panose="020B0604030504040204" pitchFamily="34" charset="-120"/>
                <a:cs typeface="Arial" pitchFamily="34" charset="0"/>
              </a:defRPr>
            </a:lvl3pPr>
            <a:lvl4pPr>
              <a:defRPr sz="1800">
                <a:solidFill>
                  <a:srgbClr val="4D4D4D"/>
                </a:solidFill>
                <a:latin typeface="Arial" pitchFamily="34" charset="0"/>
                <a:ea typeface="微軟正黑體" panose="020B0604030504040204" pitchFamily="34" charset="-120"/>
                <a:cs typeface="Arial" pitchFamily="34" charset="0"/>
              </a:defRPr>
            </a:lvl4pPr>
            <a:lvl5pPr>
              <a:defRPr sz="1800">
                <a:solidFill>
                  <a:srgbClr val="4D4D4D"/>
                </a:solidFill>
                <a:latin typeface="Arial" pitchFamily="34" charset="0"/>
                <a:ea typeface="微軟正黑體" panose="020B0604030504040204" pitchFamily="34" charset="-120"/>
                <a:cs typeface="Arial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F107-0A71-4055-A2EA-5E79D4C4A3E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961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76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67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76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 bwMode="white">
          <a:xfrm>
            <a:off x="71406" y="1"/>
            <a:ext cx="7000924" cy="500048"/>
          </a:xfrm>
          <a:prstGeom prst="rect">
            <a:avLst/>
          </a:prstGeom>
        </p:spPr>
        <p:txBody>
          <a:bodyPr lIns="68574" tIns="34288" rIns="68574" bIns="34288" anchor="t"/>
          <a:lstStyle>
            <a:lvl1pPr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Content title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0AF107-0A71-4055-A2EA-5E79D4C4A3E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B0604020202020204" charset="-120"/>
                <a:cs typeface="+mn-cs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B060402020202020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05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 bwMode="white">
          <a:xfrm>
            <a:off x="71406" y="1"/>
            <a:ext cx="7000924" cy="500066"/>
          </a:xfrm>
          <a:prstGeom prst="rect">
            <a:avLst/>
          </a:prstGeom>
        </p:spPr>
        <p:txBody>
          <a:bodyPr lIns="68574" tIns="34288" rIns="68574" bIns="34288" anchor="t"/>
          <a:lstStyle>
            <a:lvl1pPr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Content title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627534"/>
            <a:ext cx="8291264" cy="4212468"/>
          </a:xfrm>
          <a:prstGeom prst="rect">
            <a:avLst/>
          </a:prstGeom>
        </p:spPr>
        <p:txBody>
          <a:bodyPr lIns="68574" tIns="34288" rIns="68574" bIns="34288"/>
          <a:lstStyle>
            <a:lvl1pPr>
              <a:defRPr sz="2400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800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0AF107-0A71-4055-A2EA-5E79D4C4A3E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B0604020202020204" charset="-120"/>
                <a:cs typeface="+mn-cs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B060402020202020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226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4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69354" y="-40230"/>
            <a:ext cx="9284020" cy="5224376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7072330" y="486967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DE9DF-C1DA-43C4-BBCB-BD4F51AF3A8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4" name="圖片 3" descr="2020-design center PPT_New DC Logo02-Dark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 bwMode="white">
          <a:xfrm>
            <a:off x="272358" y="643276"/>
            <a:ext cx="3655160" cy="83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4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7010400" y="48688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A6F38-A1A9-4E2A-89FF-8AF87CC5DE0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-69354" y="-40230"/>
            <a:ext cx="9284020" cy="5224376"/>
          </a:xfrm>
          <a:prstGeom prst="rect">
            <a:avLst/>
          </a:prstGeom>
        </p:spPr>
      </p:pic>
      <p:pic>
        <p:nvPicPr>
          <p:cNvPr id="8" name="圖片 7" descr="再創卓越_ppt內頁logo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 bwMode="white">
          <a:xfrm>
            <a:off x="7001794" y="-13123"/>
            <a:ext cx="2141304" cy="4898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7010400" y="486965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AF107-0A71-4055-A2EA-5E79D4C4A3E3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 descr="PPT內頁BN-再創卓越-4x3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-71470" y="-74617"/>
            <a:ext cx="9215502" cy="575066"/>
          </a:xfrm>
          <a:prstGeom prst="rect">
            <a:avLst/>
          </a:prstGeom>
        </p:spPr>
      </p:pic>
      <p:pic>
        <p:nvPicPr>
          <p:cNvPr id="5" name="圖片 4" descr="再創卓越_ppt內頁logo.pn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 bwMode="white">
          <a:xfrm>
            <a:off x="7001794" y="-13123"/>
            <a:ext cx="2141304" cy="48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32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6" r:id="rId2"/>
    <p:sldLayoutId id="2147483668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kern="1200">
          <a:solidFill>
            <a:srgbClr val="4D4D4D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" y="-1202"/>
            <a:ext cx="9144000" cy="5145582"/>
          </a:xfrm>
          <a:prstGeom prst="rect">
            <a:avLst/>
          </a:prstGeom>
        </p:spPr>
      </p:pic>
      <p:pic>
        <p:nvPicPr>
          <p:cNvPr id="5" name="圖片 4" descr="2020-design center PPT_New DC Logo02-Dark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 bwMode="white">
          <a:xfrm>
            <a:off x="2930287" y="1000425"/>
            <a:ext cx="3231861" cy="73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7010400" y="4869657"/>
            <a:ext cx="2133600" cy="273844"/>
          </a:xfrm>
          <a:prstGeom prst="rect">
            <a:avLst/>
          </a:prstGeom>
        </p:spPr>
        <p:txBody>
          <a:bodyPr vert="horz" lIns="68574" tIns="34288" rIns="68574" bIns="3428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0AF107-0A71-4055-A2EA-5E79D4C4A3E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B0604020202020204" charset="-120"/>
                <a:cs typeface="+mn-cs"/>
              </a:rPr>
              <a:pPr marL="0" marR="0" lvl="0" indent="0" algn="r" defTabSz="9143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B0604020202020204" charset="-120"/>
              <a:cs typeface="+mn-cs"/>
            </a:endParaRPr>
          </a:p>
        </p:txBody>
      </p:sp>
      <p:pic>
        <p:nvPicPr>
          <p:cNvPr id="8" name="圖片 7" descr="PPT內頁BN-再創卓越-4x3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71470" y="-74617"/>
            <a:ext cx="9215502" cy="57506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7001794" y="-11751"/>
            <a:ext cx="2141304" cy="48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28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hdr="0" ftr="0" dt="0"/>
  <p:txStyles>
    <p:titleStyle>
      <a:lvl1pPr algn="l" defTabSz="914302" rtl="0" eaLnBrk="1" latinLnBrk="0" hangingPunct="1">
        <a:spcBef>
          <a:spcPct val="0"/>
        </a:spcBef>
        <a:buNone/>
        <a:defRPr sz="2000" b="0" kern="1200">
          <a:solidFill>
            <a:srgbClr val="4D4D4D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342862" indent="-342862" algn="l" defTabSz="91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9" indent="-285719" algn="l" defTabSz="914302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6" indent="-228576" algn="l" defTabSz="91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26" indent="-228576" algn="l" defTabSz="914302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77" indent="-228576" algn="l" defTabSz="914302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27" indent="-228576" algn="l" defTabSz="91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78" indent="-228576" algn="l" defTabSz="91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29" indent="-228576" algn="l" defTabSz="91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79" indent="-228576" algn="l" defTabSz="91430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1" algn="l" defTabSz="9143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2" algn="l" defTabSz="9143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2" algn="l" defTabSz="9143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02" algn="l" defTabSz="9143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53" algn="l" defTabSz="9143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03" algn="l" defTabSz="9143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53" algn="l" defTabSz="9143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03" algn="l" defTabSz="9143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482233" y="1419622"/>
            <a:ext cx="7924800" cy="792088"/>
          </a:xfrm>
        </p:spPr>
        <p:txBody>
          <a:bodyPr/>
          <a:lstStyle/>
          <a:p>
            <a:pPr lvl="0">
              <a:defRPr/>
            </a:pPr>
            <a:r>
              <a:rPr lang="en-GB" altLang="ja-JP" sz="4400" dirty="0">
                <a:solidFill>
                  <a:prstClr val="white"/>
                </a:solidFill>
                <a:latin typeface="Berlin Sans FB Demi" panose="020E0802020502020306" pitchFamily="34" charset="0"/>
                <a:ea typeface="Roboto Condensed" panose="020B0604020202020204" charset="0"/>
                <a:cs typeface="Roboto Condensed" panose="020B0604020202020204" charset="0"/>
              </a:rPr>
              <a:t>Proposal add program check IO </a:t>
            </a:r>
            <a:r>
              <a:rPr lang="en-GB" altLang="ja-JP" sz="4400" dirty="0" smtClean="0">
                <a:solidFill>
                  <a:prstClr val="white"/>
                </a:solidFill>
                <a:latin typeface="Berlin Sans FB Demi" panose="020E0802020502020306" pitchFamily="34" charset="0"/>
                <a:ea typeface="Roboto Condensed" panose="020B0604020202020204" charset="0"/>
                <a:cs typeface="Roboto Condensed" panose="020B0604020202020204" charset="0"/>
              </a:rPr>
              <a:t>vacuum </a:t>
            </a:r>
            <a:r>
              <a:rPr lang="en-GB" altLang="ja-JP" sz="4400" dirty="0">
                <a:solidFill>
                  <a:prstClr val="white"/>
                </a:solidFill>
                <a:latin typeface="Berlin Sans FB Demi" panose="020E0802020502020306" pitchFamily="34" charset="0"/>
                <a:ea typeface="Roboto Condensed" panose="020B0604020202020204" charset="0"/>
                <a:cs typeface="Roboto Condensed" panose="020B0604020202020204" charset="0"/>
              </a:rPr>
              <a:t>drop </a:t>
            </a:r>
            <a:r>
              <a:rPr lang="en-GB" altLang="ja-JP" sz="4400" dirty="0" smtClean="0">
                <a:solidFill>
                  <a:prstClr val="white"/>
                </a:solidFill>
                <a:latin typeface="Berlin Sans FB Demi" panose="020E0802020502020306" pitchFamily="34" charset="0"/>
                <a:ea typeface="Roboto Condensed" panose="020B0604020202020204" charset="0"/>
                <a:cs typeface="Roboto Condensed" panose="020B0604020202020204" charset="0"/>
              </a:rPr>
              <a:t>PCBA ROT</a:t>
            </a:r>
            <a:endParaRPr lang="ja-JP" altLang="en-US" sz="4400" dirty="0">
              <a:solidFill>
                <a:prstClr val="white"/>
              </a:solidFill>
              <a:latin typeface="Berlin Sans FB Demi" panose="020E0802020502020306" pitchFamily="34" charset="0"/>
              <a:ea typeface="Verdana" pitchFamily="34" charset="0"/>
              <a:cs typeface="Roboto Condensed" panose="020B0604020202020204" charset="0"/>
            </a:endParaRPr>
          </a:p>
        </p:txBody>
      </p:sp>
      <p:sp>
        <p:nvSpPr>
          <p:cNvPr id="4" name="文字方塊 8"/>
          <p:cNvSpPr txBox="1"/>
          <p:nvPr/>
        </p:nvSpPr>
        <p:spPr bwMode="white">
          <a:xfrm>
            <a:off x="482233" y="3363838"/>
            <a:ext cx="2082814" cy="379656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TW" sz="1867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Presenter: </a:t>
            </a:r>
            <a:r>
              <a:rPr lang="en-US" altLang="zh-TW" sz="1867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PE KIC</a:t>
            </a:r>
            <a:endParaRPr lang="zh-TW" altLang="en-US" sz="1867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文字方塊 10"/>
          <p:cNvSpPr txBox="1"/>
          <p:nvPr/>
        </p:nvSpPr>
        <p:spPr bwMode="white">
          <a:xfrm>
            <a:off x="482234" y="3646170"/>
            <a:ext cx="2271391" cy="379656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TW" sz="1867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Date: </a:t>
            </a:r>
            <a:r>
              <a:rPr lang="en-US" altLang="zh-TW" sz="1867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07 May </a:t>
            </a:r>
            <a:r>
              <a:rPr lang="en-US" altLang="zh-TW" sz="1867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2026</a:t>
            </a:r>
            <a:endParaRPr lang="zh-TW" altLang="en-US" sz="1867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945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標題 1"/>
          <p:cNvSpPr txBox="1">
            <a:spLocks/>
          </p:cNvSpPr>
          <p:nvPr/>
        </p:nvSpPr>
        <p:spPr>
          <a:xfrm>
            <a:off x="0" y="-7163"/>
            <a:ext cx="8807896" cy="46551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Roboto Condensed" panose="02000000000000000000" pitchFamily="2" charset="0"/>
                <a:ea typeface="+mj-ea"/>
                <a:cs typeface="Roboto Condensed" panose="02000000000000000000" pitchFamily="2" charset="0"/>
              </a:defRPr>
            </a:lvl1pPr>
          </a:lstStyle>
          <a:p>
            <a:pPr lvl="0">
              <a:defRPr/>
            </a:pPr>
            <a:r>
              <a:rPr lang="en-GB" altLang="ja-JP" sz="1800" dirty="0">
                <a:solidFill>
                  <a:prstClr val="white"/>
                </a:solidFill>
                <a:latin typeface="Roboto Condensed" panose="020B0604020202020204" charset="0"/>
                <a:ea typeface="Roboto Condensed" panose="020B0604020202020204" charset="0"/>
                <a:cs typeface="Roboto Condensed" panose="020B0604020202020204" charset="0"/>
              </a:rPr>
              <a:t>Proposal add program check IO vacuum drop PCBA ROT</a:t>
            </a:r>
            <a:endParaRPr kumimoji="0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B0604020202020204" charset="0"/>
              <a:ea typeface="Verdana" pitchFamily="34" charset="0"/>
              <a:cs typeface="Roboto Condensed" panose="020B06040202020202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732" y="555526"/>
            <a:ext cx="9113268" cy="36004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● </a:t>
            </a:r>
            <a:r>
              <a:rPr lang="en-GB" sz="2000" b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Add program and </a:t>
            </a:r>
            <a:r>
              <a:rPr lang="en-GB" sz="20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process flow</a:t>
            </a:r>
            <a:endParaRPr lang="en-US" sz="2000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lowchart: Terminator 10"/>
          <p:cNvSpPr/>
          <p:nvPr/>
        </p:nvSpPr>
        <p:spPr>
          <a:xfrm>
            <a:off x="4063682" y="1484524"/>
            <a:ext cx="1656184" cy="239173"/>
          </a:xfrm>
          <a:prstGeom prst="flowChartTerminator">
            <a:avLst/>
          </a:prstGeom>
          <a:solidFill>
            <a:srgbClr val="FAFD8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Cutting PCBA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27674" y="986073"/>
            <a:ext cx="1936723" cy="31771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Old Process </a:t>
            </a:r>
            <a:r>
              <a:rPr lang="en-US" b="1" dirty="0"/>
              <a:t>Flow</a:t>
            </a:r>
          </a:p>
        </p:txBody>
      </p:sp>
      <p:cxnSp>
        <p:nvCxnSpPr>
          <p:cNvPr id="27" name="Straight Arrow Connector 26"/>
          <p:cNvCxnSpPr>
            <a:endCxn id="44" idx="0"/>
          </p:cNvCxnSpPr>
          <p:nvPr/>
        </p:nvCxnSpPr>
        <p:spPr>
          <a:xfrm flipH="1">
            <a:off x="4891774" y="1723697"/>
            <a:ext cx="4262" cy="388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0733" y="955873"/>
            <a:ext cx="3659170" cy="317711"/>
          </a:xfrm>
          <a:prstGeom prst="rect">
            <a:avLst/>
          </a:prstGeom>
          <a:solidFill>
            <a:srgbClr val="EC026C"/>
          </a:solidFill>
          <a:ln>
            <a:solidFill>
              <a:srgbClr val="EC02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Plan setup</a:t>
            </a:r>
            <a:endParaRPr lang="en-US" b="1" dirty="0"/>
          </a:p>
        </p:txBody>
      </p:sp>
      <p:sp>
        <p:nvSpPr>
          <p:cNvPr id="44" name="Rectangle 43"/>
          <p:cNvSpPr/>
          <p:nvPr/>
        </p:nvSpPr>
        <p:spPr>
          <a:xfrm>
            <a:off x="4135690" y="2112098"/>
            <a:ext cx="1512168" cy="2593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Robot pick </a:t>
            </a:r>
            <a:r>
              <a:rPr lang="en-US" sz="800" dirty="0" smtClean="0">
                <a:solidFill>
                  <a:schemeClr val="tx1"/>
                </a:solidFill>
              </a:rPr>
              <a:t>PCBA form router jig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135690" y="3406867"/>
            <a:ext cx="1512168" cy="262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Robot move </a:t>
            </a:r>
            <a:r>
              <a:rPr lang="en-US" sz="800" dirty="0" smtClean="0">
                <a:solidFill>
                  <a:schemeClr val="tx1"/>
                </a:solidFill>
              </a:rPr>
              <a:t>to </a:t>
            </a:r>
            <a:r>
              <a:rPr lang="en-US" sz="800" dirty="0">
                <a:solidFill>
                  <a:schemeClr val="tx1"/>
                </a:solidFill>
              </a:rPr>
              <a:t>clean PCBA and leave </a:t>
            </a:r>
            <a:r>
              <a:rPr lang="en-US" sz="800" dirty="0" smtClean="0">
                <a:solidFill>
                  <a:schemeClr val="tx1"/>
                </a:solidFill>
              </a:rPr>
              <a:t>frame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135690" y="4058026"/>
            <a:ext cx="1512168" cy="2357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Robot move PCBA to place on conveyor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72" name="Flowchart: Terminator 71"/>
          <p:cNvSpPr/>
          <p:nvPr/>
        </p:nvSpPr>
        <p:spPr>
          <a:xfrm>
            <a:off x="4063682" y="4682168"/>
            <a:ext cx="1656184" cy="239173"/>
          </a:xfrm>
          <a:prstGeom prst="flowChartTerminator">
            <a:avLst/>
          </a:prstGeom>
          <a:solidFill>
            <a:srgbClr val="FAFD8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Robot </a:t>
            </a:r>
            <a:r>
              <a:rPr lang="en-US" sz="800" dirty="0" smtClean="0">
                <a:solidFill>
                  <a:schemeClr val="tx1"/>
                </a:solidFill>
              </a:rPr>
              <a:t>to prepare pickup next PCBA</a:t>
            </a:r>
            <a:endParaRPr lang="en-US" sz="800" dirty="0">
              <a:solidFill>
                <a:schemeClr val="tx1"/>
              </a:solidFill>
            </a:endParaRPr>
          </a:p>
        </p:txBody>
      </p:sp>
      <p:cxnSp>
        <p:nvCxnSpPr>
          <p:cNvPr id="78" name="Straight Arrow Connector 77"/>
          <p:cNvCxnSpPr>
            <a:stCxn id="44" idx="2"/>
            <a:endCxn id="2" idx="0"/>
          </p:cNvCxnSpPr>
          <p:nvPr/>
        </p:nvCxnSpPr>
        <p:spPr>
          <a:xfrm>
            <a:off x="4891774" y="2371463"/>
            <a:ext cx="1" cy="329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2" idx="2"/>
            <a:endCxn id="50" idx="0"/>
          </p:cNvCxnSpPr>
          <p:nvPr/>
        </p:nvCxnSpPr>
        <p:spPr>
          <a:xfrm flipH="1">
            <a:off x="4891774" y="3079343"/>
            <a:ext cx="1" cy="327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50" idx="2"/>
            <a:endCxn id="51" idx="0"/>
          </p:cNvCxnSpPr>
          <p:nvPr/>
        </p:nvCxnSpPr>
        <p:spPr>
          <a:xfrm>
            <a:off x="4891774" y="3669625"/>
            <a:ext cx="0" cy="388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7020478" y="986073"/>
            <a:ext cx="1936723" cy="31771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New Process </a:t>
            </a:r>
            <a:r>
              <a:rPr lang="en-US" b="1" dirty="0"/>
              <a:t>Flow</a:t>
            </a:r>
          </a:p>
        </p:txBody>
      </p:sp>
      <p:cxnSp>
        <p:nvCxnSpPr>
          <p:cNvPr id="57" name="Straight Arrow Connector 56"/>
          <p:cNvCxnSpPr>
            <a:stCxn id="51" idx="2"/>
          </p:cNvCxnSpPr>
          <p:nvPr/>
        </p:nvCxnSpPr>
        <p:spPr>
          <a:xfrm>
            <a:off x="4891774" y="4293769"/>
            <a:ext cx="4262" cy="388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Flowchart: Terminator 61"/>
          <p:cNvSpPr/>
          <p:nvPr/>
        </p:nvSpPr>
        <p:spPr>
          <a:xfrm>
            <a:off x="7121219" y="1484524"/>
            <a:ext cx="1656184" cy="239173"/>
          </a:xfrm>
          <a:prstGeom prst="flowChartTerminator">
            <a:avLst/>
          </a:prstGeom>
          <a:solidFill>
            <a:srgbClr val="FAFD8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Cutting PCBA  </a:t>
            </a:r>
            <a:endParaRPr lang="en-US" sz="8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7933684" y="1723697"/>
            <a:ext cx="0" cy="300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7193227" y="2004264"/>
            <a:ext cx="1512168" cy="2593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Robot pick </a:t>
            </a:r>
            <a:r>
              <a:rPr lang="en-US" sz="800" dirty="0" smtClean="0">
                <a:solidFill>
                  <a:schemeClr val="tx1"/>
                </a:solidFill>
              </a:rPr>
              <a:t>PCBA form router jig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193227" y="3083365"/>
            <a:ext cx="1512168" cy="262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Robot move </a:t>
            </a:r>
            <a:r>
              <a:rPr lang="en-US" sz="800" dirty="0" smtClean="0">
                <a:solidFill>
                  <a:schemeClr val="tx1"/>
                </a:solidFill>
              </a:rPr>
              <a:t>to </a:t>
            </a:r>
            <a:r>
              <a:rPr lang="en-US" sz="800" dirty="0">
                <a:solidFill>
                  <a:schemeClr val="tx1"/>
                </a:solidFill>
              </a:rPr>
              <a:t>clean PCBA and leave </a:t>
            </a:r>
            <a:r>
              <a:rPr lang="en-US" sz="800" dirty="0" smtClean="0">
                <a:solidFill>
                  <a:schemeClr val="tx1"/>
                </a:solidFill>
              </a:rPr>
              <a:t>frame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193227" y="4165859"/>
            <a:ext cx="1512168" cy="2357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Robot move PCBA to place on conveyor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69" name="Flowchart: Terminator 68"/>
          <p:cNvSpPr/>
          <p:nvPr/>
        </p:nvSpPr>
        <p:spPr>
          <a:xfrm>
            <a:off x="7121219" y="4682168"/>
            <a:ext cx="1656184" cy="239173"/>
          </a:xfrm>
          <a:prstGeom prst="flowChartTerminator">
            <a:avLst/>
          </a:prstGeom>
          <a:solidFill>
            <a:srgbClr val="FAFD8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Robot to prepare pickup next PCBA</a:t>
            </a:r>
          </a:p>
        </p:txBody>
      </p:sp>
      <p:cxnSp>
        <p:nvCxnSpPr>
          <p:cNvPr id="71" name="Straight Arrow Connector 70"/>
          <p:cNvCxnSpPr>
            <a:stCxn id="48" idx="2"/>
          </p:cNvCxnSpPr>
          <p:nvPr/>
        </p:nvCxnSpPr>
        <p:spPr>
          <a:xfrm flipH="1">
            <a:off x="7933685" y="2895821"/>
            <a:ext cx="15627" cy="183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52" idx="0"/>
          </p:cNvCxnSpPr>
          <p:nvPr/>
        </p:nvCxnSpPr>
        <p:spPr>
          <a:xfrm>
            <a:off x="7933684" y="3342101"/>
            <a:ext cx="15628" cy="266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7933684" y="4401646"/>
            <a:ext cx="0" cy="280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52" idx="2"/>
            <a:endCxn id="68" idx="0"/>
          </p:cNvCxnSpPr>
          <p:nvPr/>
        </p:nvCxnSpPr>
        <p:spPr>
          <a:xfrm flipH="1">
            <a:off x="7949311" y="3986871"/>
            <a:ext cx="1" cy="17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64" idx="2"/>
            <a:endCxn id="48" idx="0"/>
          </p:cNvCxnSpPr>
          <p:nvPr/>
        </p:nvCxnSpPr>
        <p:spPr>
          <a:xfrm>
            <a:off x="7949311" y="2263629"/>
            <a:ext cx="1" cy="253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078783" y="3099328"/>
            <a:ext cx="8162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Double check</a:t>
            </a:r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578" y="1917897"/>
            <a:ext cx="2172843" cy="23893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9" name="Dodecagon 78"/>
          <p:cNvSpPr/>
          <p:nvPr/>
        </p:nvSpPr>
        <p:spPr>
          <a:xfrm>
            <a:off x="6941422" y="2406203"/>
            <a:ext cx="168029" cy="114757"/>
          </a:xfrm>
          <a:prstGeom prst="dodecag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</a:t>
            </a:r>
            <a:endParaRPr lang="en-US" sz="1050" dirty="0"/>
          </a:p>
        </p:txBody>
      </p:sp>
      <p:sp>
        <p:nvSpPr>
          <p:cNvPr id="110" name="Dodecagon 109"/>
          <p:cNvSpPr/>
          <p:nvPr/>
        </p:nvSpPr>
        <p:spPr>
          <a:xfrm>
            <a:off x="7033011" y="3496935"/>
            <a:ext cx="168029" cy="114757"/>
          </a:xfrm>
          <a:prstGeom prst="dodecag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2</a:t>
            </a:r>
          </a:p>
        </p:txBody>
      </p:sp>
      <p:sp>
        <p:nvSpPr>
          <p:cNvPr id="115" name="Dodecagon 114"/>
          <p:cNvSpPr/>
          <p:nvPr/>
        </p:nvSpPr>
        <p:spPr>
          <a:xfrm>
            <a:off x="4037408" y="2706500"/>
            <a:ext cx="168029" cy="114757"/>
          </a:xfrm>
          <a:prstGeom prst="dodecag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</a:t>
            </a:r>
            <a:endParaRPr lang="en-US" sz="1050" dirty="0"/>
          </a:p>
        </p:txBody>
      </p:sp>
      <p:sp>
        <p:nvSpPr>
          <p:cNvPr id="116" name="Dodecagon 115"/>
          <p:cNvSpPr/>
          <p:nvPr/>
        </p:nvSpPr>
        <p:spPr>
          <a:xfrm>
            <a:off x="1979712" y="2184401"/>
            <a:ext cx="168029" cy="114757"/>
          </a:xfrm>
          <a:prstGeom prst="dodecag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</a:t>
            </a:r>
            <a:endParaRPr lang="en-US" sz="1050" dirty="0"/>
          </a:p>
        </p:txBody>
      </p:sp>
      <p:sp>
        <p:nvSpPr>
          <p:cNvPr id="117" name="Dodecagon 116"/>
          <p:cNvSpPr/>
          <p:nvPr/>
        </p:nvSpPr>
        <p:spPr>
          <a:xfrm>
            <a:off x="1722997" y="2865587"/>
            <a:ext cx="168029" cy="114757"/>
          </a:xfrm>
          <a:prstGeom prst="dodecag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2</a:t>
            </a:r>
            <a:endParaRPr lang="en-US" sz="1050" dirty="0"/>
          </a:p>
        </p:txBody>
      </p:sp>
      <p:sp>
        <p:nvSpPr>
          <p:cNvPr id="2" name="Diamond 1"/>
          <p:cNvSpPr/>
          <p:nvPr/>
        </p:nvSpPr>
        <p:spPr>
          <a:xfrm>
            <a:off x="4052725" y="2700702"/>
            <a:ext cx="1678099" cy="378641"/>
          </a:xfrm>
          <a:prstGeom prst="diamond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Vacuum check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48" name="Diamond 47"/>
          <p:cNvSpPr/>
          <p:nvPr/>
        </p:nvSpPr>
        <p:spPr>
          <a:xfrm>
            <a:off x="7110262" y="2517180"/>
            <a:ext cx="1678099" cy="378641"/>
          </a:xfrm>
          <a:prstGeom prst="diamond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Vacuum check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52" name="Diamond 51"/>
          <p:cNvSpPr/>
          <p:nvPr/>
        </p:nvSpPr>
        <p:spPr>
          <a:xfrm>
            <a:off x="7110262" y="3608230"/>
            <a:ext cx="1678099" cy="378641"/>
          </a:xfrm>
          <a:prstGeom prst="diamond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Vacuum check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948264" y="2399229"/>
            <a:ext cx="2008937" cy="532561"/>
          </a:xfrm>
          <a:prstGeom prst="ellipse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6948264" y="3525465"/>
            <a:ext cx="2008937" cy="532561"/>
          </a:xfrm>
          <a:prstGeom prst="ellipse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60" idx="3"/>
          </p:cNvCxnSpPr>
          <p:nvPr/>
        </p:nvCxnSpPr>
        <p:spPr>
          <a:xfrm flipV="1">
            <a:off x="6895032" y="2821257"/>
            <a:ext cx="214419" cy="393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60" idx="3"/>
          </p:cNvCxnSpPr>
          <p:nvPr/>
        </p:nvCxnSpPr>
        <p:spPr>
          <a:xfrm>
            <a:off x="6895032" y="3214744"/>
            <a:ext cx="423929" cy="310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010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 bwMode="white">
          <a:xfrm>
            <a:off x="1187624" y="1923678"/>
            <a:ext cx="67662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THANK YOU FOR YOUR ATTENTION</a:t>
            </a:r>
            <a:endParaRPr lang="zh-TW" altLang="en-US" sz="3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0552438"/>
      </p:ext>
    </p:extLst>
  </p:cSld>
  <p:clrMapOvr>
    <a:masterClrMapping/>
  </p:clrMapOvr>
</p:sld>
</file>

<file path=ppt/theme/theme1.xml><?xml version="1.0" encoding="utf-8"?>
<a:theme xmlns:a="http://schemas.openxmlformats.org/drawingml/2006/main" name="HDC PPT範本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HDC PPT範本</Template>
  <TotalTime>25351</TotalTime>
  <Words>117</Words>
  <Application>Microsoft Office PowerPoint</Application>
  <PresentationFormat>On-screen Show (16:9)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16" baseType="lpstr">
      <vt:lpstr>Microsoft JhengHei</vt:lpstr>
      <vt:lpstr>新細明體</vt:lpstr>
      <vt:lpstr>Arial</vt:lpstr>
      <vt:lpstr>Berlin Sans FB Demi</vt:lpstr>
      <vt:lpstr>Calibri</vt:lpstr>
      <vt:lpstr>Roboto Condensed</vt:lpstr>
      <vt:lpstr>Segoe UI</vt:lpstr>
      <vt:lpstr>Verdana</vt:lpstr>
      <vt:lpstr>HDC PPT範本</vt:lpstr>
      <vt:lpstr>自訂設計</vt:lpstr>
      <vt:lpstr>1_自訂設計</vt:lpstr>
      <vt:lpstr>2_自訂設計</vt:lpstr>
      <vt:lpstr>3_自訂設計</vt:lpstr>
      <vt:lpstr>Proposal add program check IO vacuum drop PCBA ROT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xxxx</dc:creator>
  <cp:lastModifiedBy>Jassada Patthum (MAH-8PE)</cp:lastModifiedBy>
  <cp:revision>696</cp:revision>
  <cp:lastPrinted>2020-09-07T08:35:46Z</cp:lastPrinted>
  <dcterms:created xsi:type="dcterms:W3CDTF">2017-06-15T01:38:17Z</dcterms:created>
  <dcterms:modified xsi:type="dcterms:W3CDTF">2026-05-08T13:08:18Z</dcterms:modified>
</cp:coreProperties>
</file>